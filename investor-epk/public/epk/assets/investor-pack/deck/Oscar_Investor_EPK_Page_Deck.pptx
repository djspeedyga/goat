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d7904c251a431b" /><Relationship Type="http://schemas.openxmlformats.org/officeDocument/2006/relationships/extended-properties" Target="/docProps/app.xml" Id="R97495de942a042b7" /><Relationship Type="http://schemas.openxmlformats.org/officeDocument/2006/relationships/officeDocument" Target="/ppt/presentation.xml" Id="R273f50bee82845a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d1f7a1ee344380"/>
  </p:sldMasterIdLst>
  <p:notesMasterIdLst>
    <p:notesMasterId xmlns:r="http://schemas.openxmlformats.org/officeDocument/2006/relationships" r:id="Rb61e19e4bf4d4f54"/>
  </p:notesMasterIdLst>
  <p:sldIdLst>
    <p:sldId xmlns:r="http://schemas.openxmlformats.org/officeDocument/2006/relationships" id="256" r:id="R2193e7c529f047c3"/>
    <p:sldId xmlns:r="http://schemas.openxmlformats.org/officeDocument/2006/relationships" id="257" r:id="R1d563960472742db"/>
    <p:sldId xmlns:r="http://schemas.openxmlformats.org/officeDocument/2006/relationships" id="258" r:id="Rcafa78bf0edf4098"/>
    <p:sldId xmlns:r="http://schemas.openxmlformats.org/officeDocument/2006/relationships" id="259" r:id="Ref3115b0c8024689"/>
    <p:sldId xmlns:r="http://schemas.openxmlformats.org/officeDocument/2006/relationships" id="260" r:id="R871e1012cbd94ad4"/>
    <p:sldId xmlns:r="http://schemas.openxmlformats.org/officeDocument/2006/relationships" id="261" r:id="Rce14efe7bd3842a0"/>
    <p:sldId xmlns:r="http://schemas.openxmlformats.org/officeDocument/2006/relationships" id="262" r:id="R525324e29582457e"/>
    <p:sldId xmlns:r="http://schemas.openxmlformats.org/officeDocument/2006/relationships" id="263" r:id="R0582b92f9732440c"/>
    <p:sldId xmlns:r="http://schemas.openxmlformats.org/officeDocument/2006/relationships" id="264" r:id="R19903b4ff16e45f4"/>
    <p:sldId xmlns:r="http://schemas.openxmlformats.org/officeDocument/2006/relationships" id="265" r:id="R3b2d80417d3f4665"/>
    <p:sldId xmlns:r="http://schemas.openxmlformats.org/officeDocument/2006/relationships" id="266" r:id="Reb926f1492b648e9"/>
    <p:sldId xmlns:r="http://schemas.openxmlformats.org/officeDocument/2006/relationships" id="267" r:id="R9fbf849e530542f2"/>
    <p:sldId xmlns:r="http://schemas.openxmlformats.org/officeDocument/2006/relationships" id="268" r:id="R1eede28f79a74099"/>
    <p:sldId xmlns:r="http://schemas.openxmlformats.org/officeDocument/2006/relationships" id="269" r:id="R0d44614e4ebb4f2b"/>
  </p:sldIdLst>
  <p:sldSz cx="5829300" cy="75438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c69a9dd74a546b9" /><Relationship Type="http://schemas.openxmlformats.org/officeDocument/2006/relationships/slideMaster" Target="/ppt/slideMasters/slideMaster1.xml" Id="R06d1f7a1ee344380" /><Relationship Type="http://schemas.openxmlformats.org/officeDocument/2006/relationships/notesMaster" Target="/ppt/notesMasters/notesMaster1.xml" Id="Rb61e19e4bf4d4f54" /><Relationship Type="http://schemas.openxmlformats.org/officeDocument/2006/relationships/presProps" Target="/ppt/presProps.xml" Id="R5a28f0f29df4468e" /><Relationship Type="http://schemas.openxmlformats.org/officeDocument/2006/relationships/tableStyles" Target="/ppt/tableStyles.xml" Id="R42590b5bf9d44471" /><Relationship Type="http://schemas.openxmlformats.org/officeDocument/2006/relationships/slide" Target="/ppt/slides/slide1.xml" Id="R2193e7c529f047c3" /><Relationship Type="http://schemas.openxmlformats.org/officeDocument/2006/relationships/slide" Target="/ppt/slides/slide2.xml" Id="R1d563960472742db" /><Relationship Type="http://schemas.openxmlformats.org/officeDocument/2006/relationships/slide" Target="/ppt/slides/slide3.xml" Id="Rcafa78bf0edf4098" /><Relationship Type="http://schemas.openxmlformats.org/officeDocument/2006/relationships/slide" Target="/ppt/slides/slide4.xml" Id="Ref3115b0c8024689" /><Relationship Type="http://schemas.openxmlformats.org/officeDocument/2006/relationships/slide" Target="/ppt/slides/slide5.xml" Id="R871e1012cbd94ad4" /><Relationship Type="http://schemas.openxmlformats.org/officeDocument/2006/relationships/slide" Target="/ppt/slides/slide6.xml" Id="Rce14efe7bd3842a0" /><Relationship Type="http://schemas.openxmlformats.org/officeDocument/2006/relationships/slide" Target="/ppt/slides/slide7.xml" Id="R525324e29582457e" /><Relationship Type="http://schemas.openxmlformats.org/officeDocument/2006/relationships/slide" Target="/ppt/slides/slide8.xml" Id="R0582b92f9732440c" /><Relationship Type="http://schemas.openxmlformats.org/officeDocument/2006/relationships/slide" Target="/ppt/slides/slide9.xml" Id="R19903b4ff16e45f4" /><Relationship Type="http://schemas.openxmlformats.org/officeDocument/2006/relationships/slide" Target="/ppt/slides/slide10.xml" Id="R3b2d80417d3f4665" /><Relationship Type="http://schemas.openxmlformats.org/officeDocument/2006/relationships/slide" Target="/ppt/slides/slide11.xml" Id="Reb926f1492b648e9" /><Relationship Type="http://schemas.openxmlformats.org/officeDocument/2006/relationships/slide" Target="/ppt/slides/slide12.xml" Id="R9fbf849e530542f2" /><Relationship Type="http://schemas.openxmlformats.org/officeDocument/2006/relationships/slide" Target="/ppt/slides/slide13.xml" Id="R1eede28f79a74099" /><Relationship Type="http://schemas.openxmlformats.org/officeDocument/2006/relationships/slide" Target="/ppt/slides/slide14.xml" Id="R0d44614e4ebb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50745ca77646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cd1a59f3634d8d" /><Relationship Type="http://schemas.openxmlformats.org/officeDocument/2006/relationships/notesMaster" Target="/ppt/notesMasters/notesMaster1.xml" Id="R462fecd4081646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7bda7b448cc43f9" /><Relationship Type="http://schemas.openxmlformats.org/officeDocument/2006/relationships/notesMaster" Target="/ppt/notesMasters/notesMaster1.xml" Id="R687cc06bfb5842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59198cfbfc4d4e" /><Relationship Type="http://schemas.openxmlformats.org/officeDocument/2006/relationships/notesMaster" Target="/ppt/notesMasters/notesMaster1.xml" Id="Rc979664b4bea42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5b0e3b6f20546d4" /><Relationship Type="http://schemas.openxmlformats.org/officeDocument/2006/relationships/notesMaster" Target="/ppt/notesMasters/notesMaster1.xml" Id="Re6ef9575d71e44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4c84bd35a44df5" /><Relationship Type="http://schemas.openxmlformats.org/officeDocument/2006/relationships/notesMaster" Target="/ppt/notesMasters/notesMaster1.xml" Id="R35e01f148eae491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d2be5d1d4840d1" /><Relationship Type="http://schemas.openxmlformats.org/officeDocument/2006/relationships/notesMaster" Target="/ppt/notesMasters/notesMaster1.xml" Id="R1d3c59bb6bae46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7ae63c27efb468e" /><Relationship Type="http://schemas.openxmlformats.org/officeDocument/2006/relationships/notesMaster" Target="/ppt/notesMasters/notesMaster1.xml" Id="R5d25a93a1c6948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2631f6897974a2b" /><Relationship Type="http://schemas.openxmlformats.org/officeDocument/2006/relationships/notesMaster" Target="/ppt/notesMasters/notesMaster1.xml" Id="R42aac61c9c584d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767961f73f4ff2" /><Relationship Type="http://schemas.openxmlformats.org/officeDocument/2006/relationships/notesMaster" Target="/ppt/notesMasters/notesMaster1.xml" Id="R013d7f90cac04d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659f8b02aad4b96" /><Relationship Type="http://schemas.openxmlformats.org/officeDocument/2006/relationships/notesMaster" Target="/ppt/notesMasters/notesMaster1.xml" Id="R6f771e23b7284c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6b7b380e4014956" /><Relationship Type="http://schemas.openxmlformats.org/officeDocument/2006/relationships/notesMaster" Target="/ppt/notesMasters/notesMaster1.xml" Id="Rdb5c5940394348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86b3e8ad3854f8e" /><Relationship Type="http://schemas.openxmlformats.org/officeDocument/2006/relationships/notesMaster" Target="/ppt/notesMasters/notesMaster1.xml" Id="R046e175af43747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3edc5f894054bcc" /><Relationship Type="http://schemas.openxmlformats.org/officeDocument/2006/relationships/notesMaster" Target="/ppt/notesMasters/notesMaster1.xml" Id="Rf6b9f5f4ffa8430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3d675296684f98" /><Relationship Type="http://schemas.openxmlformats.org/officeDocument/2006/relationships/notesMaster" Target="/ppt/notesMasters/notesMaster1.xml" Id="Rad88d8c2773d4ca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a3a4dfe8e8144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229a6531fa4b17" /><Relationship Type="http://schemas.openxmlformats.org/officeDocument/2006/relationships/slideLayout" Target="/ppt/slideLayouts/slideLayout1.xml" Id="R29319bba6a8347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319bba6a8347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2dbc1223d4031" /><Relationship Type="http://schemas.openxmlformats.org/officeDocument/2006/relationships/image" Target="/ppt/media/image.png" Id="Ra5b855aedb8941d1" /><Relationship Type="http://schemas.openxmlformats.org/officeDocument/2006/relationships/notesSlide" Target="/ppt/notesSlides/notesSlide1.xml" Id="Rdcee584013a342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60a66c105459c" /><Relationship Type="http://schemas.openxmlformats.org/officeDocument/2006/relationships/image" Target="/ppt/media/image2.png" Id="R121f40d365ee4736" /><Relationship Type="http://schemas.openxmlformats.org/officeDocument/2006/relationships/notesSlide" Target="/ppt/notesSlides/notesSlide2.xml" Id="R8483bf02f19e49a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47ec1f3194361" /><Relationship Type="http://schemas.openxmlformats.org/officeDocument/2006/relationships/image" Target="/ppt/media/image3.png" Id="Reb17f8e0e9e64e49" /><Relationship Type="http://schemas.openxmlformats.org/officeDocument/2006/relationships/notesSlide" Target="/ppt/notesSlides/notesSlide3.xml" Id="R328492a4d9a2482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6ea438b9d0449e" /><Relationship Type="http://schemas.openxmlformats.org/officeDocument/2006/relationships/image" Target="/ppt/media/image4.png" Id="Reea9b452d0aa4efb" /><Relationship Type="http://schemas.openxmlformats.org/officeDocument/2006/relationships/notesSlide" Target="/ppt/notesSlides/notesSlide4.xml" Id="R68643a46f4b94c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a149990134a1c" /><Relationship Type="http://schemas.openxmlformats.org/officeDocument/2006/relationships/image" Target="/ppt/media/image5.png" Id="Rd8943570deee46be" /><Relationship Type="http://schemas.openxmlformats.org/officeDocument/2006/relationships/notesSlide" Target="/ppt/notesSlides/notesSlide5.xml" Id="R8607d39d21e74b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6b6e20f1664e84" /><Relationship Type="http://schemas.openxmlformats.org/officeDocument/2006/relationships/image" Target="/ppt/media/image6.png" Id="Rdd2c0b3a2b3b49db" /><Relationship Type="http://schemas.openxmlformats.org/officeDocument/2006/relationships/notesSlide" Target="/ppt/notesSlides/notesSlide6.xml" Id="R58cf63f29b224a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b33b7420394567" /><Relationship Type="http://schemas.openxmlformats.org/officeDocument/2006/relationships/image" Target="/ppt/media/image7.png" Id="R16af05acb6dc446d" /><Relationship Type="http://schemas.openxmlformats.org/officeDocument/2006/relationships/notesSlide" Target="/ppt/notesSlides/notesSlide7.xml" Id="Rf407447dfbf04f7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74700201740b8" /><Relationship Type="http://schemas.openxmlformats.org/officeDocument/2006/relationships/image" Target="/ppt/media/image8.png" Id="Rb28f4029d6714031" /><Relationship Type="http://schemas.openxmlformats.org/officeDocument/2006/relationships/notesSlide" Target="/ppt/notesSlides/notesSlide8.xml" Id="Rf1d43d44185242e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0bf1bd6e1049ed" /><Relationship Type="http://schemas.openxmlformats.org/officeDocument/2006/relationships/image" Target="/ppt/media/image9.png" Id="R90cdda1015d34e1e" /><Relationship Type="http://schemas.openxmlformats.org/officeDocument/2006/relationships/notesSlide" Target="/ppt/notesSlides/notesSlide9.xml" Id="Rcb8a390f9ae446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a8a468c794757" /><Relationship Type="http://schemas.openxmlformats.org/officeDocument/2006/relationships/image" Target="/ppt/media/image10.png" Id="Re5c996a473244272" /><Relationship Type="http://schemas.openxmlformats.org/officeDocument/2006/relationships/notesSlide" Target="/ppt/notesSlides/notesSlide10.xml" Id="R9890d3d13208479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c2afab48946c6" /><Relationship Type="http://schemas.openxmlformats.org/officeDocument/2006/relationships/image" Target="/ppt/media/image11.png" Id="R1239cd0b02ec49b5" /><Relationship Type="http://schemas.openxmlformats.org/officeDocument/2006/relationships/notesSlide" Target="/ppt/notesSlides/notesSlide11.xml" Id="R5a2d3cdbfe3c4bb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e738a0c797485f" /><Relationship Type="http://schemas.openxmlformats.org/officeDocument/2006/relationships/image" Target="/ppt/media/image12.png" Id="Rac97828b6b934319" /><Relationship Type="http://schemas.openxmlformats.org/officeDocument/2006/relationships/notesSlide" Target="/ppt/notesSlides/notesSlide12.xml" Id="Rdaf07c194cbf447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5f55f741ab475b" /><Relationship Type="http://schemas.openxmlformats.org/officeDocument/2006/relationships/image" Target="/ppt/media/image13.png" Id="Rb0422c2966a2462c" /><Relationship Type="http://schemas.openxmlformats.org/officeDocument/2006/relationships/notesSlide" Target="/ppt/notesSlides/notesSlide13.xml" Id="Rf56bf9d93a1148c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7cb3d4b4e47f2" /><Relationship Type="http://schemas.openxmlformats.org/officeDocument/2006/relationships/image" Target="/ppt/media/image14.png" Id="R96cf78895d7e42af" /><Relationship Type="http://schemas.openxmlformats.org/officeDocument/2006/relationships/notesSlide" Target="/ppt/notesSlides/notesSlide14.xml" Id="R5b75744d2cbd416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b855aedb8941d1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2462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f40d365ee4736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264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17f8e0e9e64e49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9694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a9b452d0aa4efb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0524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943570deee46be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58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2c0b3a2b3b49db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8430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af05acb6dc446d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15354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f4029d6714031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635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dda1015d34e1e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24173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c996a473244272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5307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39cd0b02ec49b5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1753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7828b6b934319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81479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422c2966a2462c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793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cf78895d7e42af"/>
          <a:stretch xmlns:a="http://schemas.openxmlformats.org/drawingml/2006/main"/>
        </p:blipFill>
        <p:spPr>
          <a:xfrm xmlns:a="http://schemas.openxmlformats.org/drawingml/2006/main">
            <a:off x="0" y="0"/>
            <a:ext cx="5829300" cy="75438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2946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2026-06-27T02:24:04.2150000Z</dcterms:created>
  <dcterms:modified xsi:type="dcterms:W3CDTF">2026-06-27T02:24:04.2150000Z</dcterms:modified>
</coreProperties>
</file>